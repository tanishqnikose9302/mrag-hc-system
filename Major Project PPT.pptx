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MRAG-HC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b="1" dirty="0"/>
              <a:t>Major Project - </a:t>
            </a:r>
            <a:r>
              <a:rPr b="1" dirty="0" err="1"/>
              <a:t>M.Tech</a:t>
            </a:r>
            <a:r>
              <a:rPr b="1" dirty="0"/>
              <a:t> CSE</a:t>
            </a:r>
            <a:endParaRPr lang="en-US" b="1" dirty="0"/>
          </a:p>
          <a:p>
            <a:pPr marL="0" indent="0">
              <a:buNone/>
            </a:pPr>
            <a:r>
              <a:rPr lang="en-IN" b="1" dirty="0"/>
              <a:t>Prepared by: TANISHQ YASHWANT NIKOSE Programme: </a:t>
            </a:r>
            <a:r>
              <a:rPr lang="en-IN" b="1" dirty="0" err="1"/>
              <a:t>M.Tech</a:t>
            </a:r>
            <a:r>
              <a:rPr lang="en-IN" b="1" dirty="0"/>
              <a:t> Computer Science &amp; Engineering (Generative AI) Institute: Visvesvaraya National Institute of Technology Guide: Dr. Anil </a:t>
            </a:r>
            <a:r>
              <a:rPr lang="en-IN" b="1" dirty="0" err="1"/>
              <a:t>Mokhade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hallucinate incorrect information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grounded multilingual AI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RAG pipeline with verification layer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Loader, Embedder, Retriever, Generator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Hallucination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Fact checking + confidence scoring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Accuracy, Faithfulness, Hallucination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Python, FAISS, FastAPI, Streamlit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Reliable AI knowledge assistant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95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MRAG-HC System</vt:lpstr>
      <vt:lpstr>Problem</vt:lpstr>
      <vt:lpstr>Objective</vt:lpstr>
      <vt:lpstr>Architecture</vt:lpstr>
      <vt:lpstr>Modules</vt:lpstr>
      <vt:lpstr>Hallucination Control</vt:lpstr>
      <vt:lpstr>Evaluation</vt:lpstr>
      <vt:lpstr>Tech Stack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TANISHQ NIKOSE</cp:lastModifiedBy>
  <cp:revision>2</cp:revision>
  <dcterms:created xsi:type="dcterms:W3CDTF">2013-01-27T09:14:16Z</dcterms:created>
  <dcterms:modified xsi:type="dcterms:W3CDTF">2026-06-04T13:55:34Z</dcterms:modified>
  <cp:category/>
</cp:coreProperties>
</file>